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61" r:id="rId3"/>
    <p:sldId id="262" r:id="rId4"/>
    <p:sldId id="263" r:id="rId5"/>
    <p:sldId id="264" r:id="rId6"/>
  </p:sldIdLst>
  <p:sldSz cx="3240088" cy="7019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6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41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CCB39-32FB-468B-8550-5DB72C825FB4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6213" y="1143000"/>
            <a:ext cx="1425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ED9F7-6282-48E9-92AB-4AB663405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437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ED9F7-6282-48E9-92AB-4AB66340502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935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4EAF2-4884-A734-7762-037D855B7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7290D-C0D7-BCAE-4297-75DC27D63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2C8A3-F4AB-30F6-196B-86493F6AB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9CC99-20B0-A558-BF01-FD2BBC56B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ED9F7-6282-48E9-92AB-4AB66340502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030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8D37-4816-B98A-6D6D-FE0BFB2E1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008DC-80D0-28A5-151D-673E2D486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5892A-0157-CBC2-9EE3-A9FC231C8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C0A08-A749-4649-831C-5F8CFC4B3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ED9F7-6282-48E9-92AB-4AB66340502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611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AFA9F-ABD3-376F-DA07-DD4054AFC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DA9E9-F56A-22E8-FF22-3793A73A8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60677-2725-2C74-E6BC-BB544DE01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5E192-C3ED-404B-583B-3545E60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ED9F7-6282-48E9-92AB-4AB66340502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268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07" y="1148863"/>
            <a:ext cx="2754075" cy="2443974"/>
          </a:xfrm>
        </p:spPr>
        <p:txBody>
          <a:bodyPr anchor="b"/>
          <a:lstStyle>
            <a:lvl1pPr algn="ctr">
              <a:defRPr sz="212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3687086"/>
            <a:ext cx="2430066" cy="1694856"/>
          </a:xfrm>
        </p:spPr>
        <p:txBody>
          <a:bodyPr/>
          <a:lstStyle>
            <a:lvl1pPr marL="0" indent="0" algn="ctr">
              <a:buNone/>
              <a:defRPr sz="850"/>
            </a:lvl1pPr>
            <a:lvl2pPr marL="161986" indent="0" algn="ctr">
              <a:buNone/>
              <a:defRPr sz="709"/>
            </a:lvl2pPr>
            <a:lvl3pPr marL="323972" indent="0" algn="ctr">
              <a:buNone/>
              <a:defRPr sz="638"/>
            </a:lvl3pPr>
            <a:lvl4pPr marL="485958" indent="0" algn="ctr">
              <a:buNone/>
              <a:defRPr sz="567"/>
            </a:lvl4pPr>
            <a:lvl5pPr marL="647944" indent="0" algn="ctr">
              <a:buNone/>
              <a:defRPr sz="567"/>
            </a:lvl5pPr>
            <a:lvl6pPr marL="809930" indent="0" algn="ctr">
              <a:buNone/>
              <a:defRPr sz="567"/>
            </a:lvl6pPr>
            <a:lvl7pPr marL="971916" indent="0" algn="ctr">
              <a:buNone/>
              <a:defRPr sz="567"/>
            </a:lvl7pPr>
            <a:lvl8pPr marL="1133902" indent="0" algn="ctr">
              <a:buNone/>
              <a:defRPr sz="567"/>
            </a:lvl8pPr>
            <a:lvl9pPr marL="1295888" indent="0" algn="ctr">
              <a:buNone/>
              <a:defRPr sz="56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33CB-502F-42C5-97B9-B5E1CA6A6E7C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54089-FB82-429B-B8CD-725BEEB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33CB-502F-42C5-97B9-B5E1CA6A6E7C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54089-FB82-429B-B8CD-725BEEB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9114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9" y="1750108"/>
            <a:ext cx="2794576" cy="2920093"/>
          </a:xfrm>
        </p:spPr>
        <p:txBody>
          <a:bodyPr anchor="b"/>
          <a:lstStyle>
            <a:lvl1pPr>
              <a:defRPr sz="212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9" y="4697827"/>
            <a:ext cx="2794576" cy="1535608"/>
          </a:xfrm>
        </p:spPr>
        <p:txBody>
          <a:bodyPr/>
          <a:lstStyle>
            <a:lvl1pPr marL="0" indent="0">
              <a:buNone/>
              <a:defRPr sz="850">
                <a:solidFill>
                  <a:schemeClr val="tx1">
                    <a:tint val="82000"/>
                  </a:schemeClr>
                </a:solidFill>
              </a:defRPr>
            </a:lvl1pPr>
            <a:lvl2pPr marL="161986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2pPr>
            <a:lvl3pPr marL="323972" indent="0">
              <a:buNone/>
              <a:defRPr sz="638">
                <a:solidFill>
                  <a:schemeClr val="tx1">
                    <a:tint val="82000"/>
                  </a:schemeClr>
                </a:solidFill>
              </a:defRPr>
            </a:lvl3pPr>
            <a:lvl4pPr marL="485958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4pPr>
            <a:lvl5pPr marL="647944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5pPr>
            <a:lvl6pPr marL="809930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6pPr>
            <a:lvl7pPr marL="971916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7pPr>
            <a:lvl8pPr marL="1133902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8pPr>
            <a:lvl9pPr marL="1295888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33CB-502F-42C5-97B9-B5E1CA6A6E7C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54089-FB82-429B-B8CD-725BEEB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63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1868730"/>
            <a:ext cx="1377037" cy="44540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1868730"/>
            <a:ext cx="1377037" cy="44540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33CB-502F-42C5-97B9-B5E1CA6A6E7C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54089-FB82-429B-B8CD-725BEEB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68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373748"/>
            <a:ext cx="2794576" cy="13568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1720857"/>
            <a:ext cx="1370709" cy="843365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2564223"/>
            <a:ext cx="1370709" cy="37715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1720857"/>
            <a:ext cx="1377459" cy="843365"/>
          </a:xfrm>
        </p:spPr>
        <p:txBody>
          <a:bodyPr anchor="b"/>
          <a:lstStyle>
            <a:lvl1pPr marL="0" indent="0">
              <a:buNone/>
              <a:defRPr sz="850" b="1"/>
            </a:lvl1pPr>
            <a:lvl2pPr marL="161986" indent="0">
              <a:buNone/>
              <a:defRPr sz="709" b="1"/>
            </a:lvl2pPr>
            <a:lvl3pPr marL="323972" indent="0">
              <a:buNone/>
              <a:defRPr sz="638" b="1"/>
            </a:lvl3pPr>
            <a:lvl4pPr marL="485958" indent="0">
              <a:buNone/>
              <a:defRPr sz="567" b="1"/>
            </a:lvl4pPr>
            <a:lvl5pPr marL="647944" indent="0">
              <a:buNone/>
              <a:defRPr sz="567" b="1"/>
            </a:lvl5pPr>
            <a:lvl6pPr marL="809930" indent="0">
              <a:buNone/>
              <a:defRPr sz="567" b="1"/>
            </a:lvl6pPr>
            <a:lvl7pPr marL="971916" indent="0">
              <a:buNone/>
              <a:defRPr sz="567" b="1"/>
            </a:lvl7pPr>
            <a:lvl8pPr marL="1133902" indent="0">
              <a:buNone/>
              <a:defRPr sz="567" b="1"/>
            </a:lvl8pPr>
            <a:lvl9pPr marL="1295888" indent="0">
              <a:buNone/>
              <a:defRPr sz="56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2564223"/>
            <a:ext cx="1377459" cy="37715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33CB-502F-42C5-97B9-B5E1CA6A6E7C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54089-FB82-429B-B8CD-725BEEB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341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33CB-502F-42C5-97B9-B5E1CA6A6E7C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54089-FB82-429B-B8CD-725BEEB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05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33CB-502F-42C5-97B9-B5E1CA6A6E7C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54089-FB82-429B-B8CD-725BEEB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68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467995"/>
            <a:ext cx="1045013" cy="1637983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1010741"/>
            <a:ext cx="1640295" cy="4988697"/>
          </a:xfrm>
        </p:spPr>
        <p:txBody>
          <a:bodyPr/>
          <a:lstStyle>
            <a:lvl1pPr>
              <a:defRPr sz="1134"/>
            </a:lvl1pPr>
            <a:lvl2pPr>
              <a:defRPr sz="992"/>
            </a:lvl2pPr>
            <a:lvl3pPr>
              <a:defRPr sz="850"/>
            </a:lvl3pPr>
            <a:lvl4pPr>
              <a:defRPr sz="709"/>
            </a:lvl4pPr>
            <a:lvl5pPr>
              <a:defRPr sz="709"/>
            </a:lvl5pPr>
            <a:lvl6pPr>
              <a:defRPr sz="709"/>
            </a:lvl6pPr>
            <a:lvl7pPr>
              <a:defRPr sz="709"/>
            </a:lvl7pPr>
            <a:lvl8pPr>
              <a:defRPr sz="709"/>
            </a:lvl8pPr>
            <a:lvl9pPr>
              <a:defRPr sz="70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2105977"/>
            <a:ext cx="1045013" cy="3901584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33CB-502F-42C5-97B9-B5E1CA6A6E7C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54089-FB82-429B-B8CD-725BEEB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018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467995"/>
            <a:ext cx="1045013" cy="1637983"/>
          </a:xfrm>
        </p:spPr>
        <p:txBody>
          <a:bodyPr anchor="b"/>
          <a:lstStyle>
            <a:lvl1pPr>
              <a:defRPr sz="11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1010741"/>
            <a:ext cx="1640295" cy="4988697"/>
          </a:xfrm>
        </p:spPr>
        <p:txBody>
          <a:bodyPr anchor="t"/>
          <a:lstStyle>
            <a:lvl1pPr marL="0" indent="0">
              <a:buNone/>
              <a:defRPr sz="1134"/>
            </a:lvl1pPr>
            <a:lvl2pPr marL="161986" indent="0">
              <a:buNone/>
              <a:defRPr sz="992"/>
            </a:lvl2pPr>
            <a:lvl3pPr marL="323972" indent="0">
              <a:buNone/>
              <a:defRPr sz="850"/>
            </a:lvl3pPr>
            <a:lvl4pPr marL="485958" indent="0">
              <a:buNone/>
              <a:defRPr sz="709"/>
            </a:lvl4pPr>
            <a:lvl5pPr marL="647944" indent="0">
              <a:buNone/>
              <a:defRPr sz="709"/>
            </a:lvl5pPr>
            <a:lvl6pPr marL="809930" indent="0">
              <a:buNone/>
              <a:defRPr sz="709"/>
            </a:lvl6pPr>
            <a:lvl7pPr marL="971916" indent="0">
              <a:buNone/>
              <a:defRPr sz="709"/>
            </a:lvl7pPr>
            <a:lvl8pPr marL="1133902" indent="0">
              <a:buNone/>
              <a:defRPr sz="709"/>
            </a:lvl8pPr>
            <a:lvl9pPr marL="1295888" indent="0">
              <a:buNone/>
              <a:defRPr sz="70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2105977"/>
            <a:ext cx="1045013" cy="3901584"/>
          </a:xfrm>
        </p:spPr>
        <p:txBody>
          <a:bodyPr/>
          <a:lstStyle>
            <a:lvl1pPr marL="0" indent="0">
              <a:buNone/>
              <a:defRPr sz="567"/>
            </a:lvl1pPr>
            <a:lvl2pPr marL="161986" indent="0">
              <a:buNone/>
              <a:defRPr sz="496"/>
            </a:lvl2pPr>
            <a:lvl3pPr marL="323972" indent="0">
              <a:buNone/>
              <a:defRPr sz="425"/>
            </a:lvl3pPr>
            <a:lvl4pPr marL="485958" indent="0">
              <a:buNone/>
              <a:defRPr sz="354"/>
            </a:lvl4pPr>
            <a:lvl5pPr marL="647944" indent="0">
              <a:buNone/>
              <a:defRPr sz="354"/>
            </a:lvl5pPr>
            <a:lvl6pPr marL="809930" indent="0">
              <a:buNone/>
              <a:defRPr sz="354"/>
            </a:lvl6pPr>
            <a:lvl7pPr marL="971916" indent="0">
              <a:buNone/>
              <a:defRPr sz="354"/>
            </a:lvl7pPr>
            <a:lvl8pPr marL="1133902" indent="0">
              <a:buNone/>
              <a:defRPr sz="354"/>
            </a:lvl8pPr>
            <a:lvl9pPr marL="1295888" indent="0">
              <a:buNone/>
              <a:defRPr sz="3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33CB-502F-42C5-97B9-B5E1CA6A6E7C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54089-FB82-429B-B8CD-725BEEB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95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33CB-502F-42C5-97B9-B5E1CA6A6E7C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54089-FB82-429B-B8CD-725BEEB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103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373746"/>
            <a:ext cx="698644" cy="59490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373746"/>
            <a:ext cx="2055431" cy="59490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33CB-502F-42C5-97B9-B5E1CA6A6E7C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54089-FB82-429B-B8CD-725BEEB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671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373748"/>
            <a:ext cx="2794576" cy="1356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1868730"/>
            <a:ext cx="2794576" cy="4454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6506432"/>
            <a:ext cx="72902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E33CB-502F-42C5-97B9-B5E1CA6A6E7C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6506432"/>
            <a:ext cx="109353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6506432"/>
            <a:ext cx="72902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54089-FB82-429B-B8CD-725BEEB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40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72" rtl="0" eaLnBrk="1" latinLnBrk="0" hangingPunct="1">
        <a:lnSpc>
          <a:spcPct val="90000"/>
        </a:lnSpc>
        <a:spcBef>
          <a:spcPct val="0"/>
        </a:spcBef>
        <a:buNone/>
        <a:defRPr sz="15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3" indent="-80993" algn="l" defTabSz="323972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4297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0496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6695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728937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90923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09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214895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376881" indent="-80993" algn="l" defTabSz="323972" rtl="0" eaLnBrk="1" latinLnBrk="0" hangingPunct="1">
        <a:lnSpc>
          <a:spcPct val="90000"/>
        </a:lnSpc>
        <a:spcBef>
          <a:spcPts val="177"/>
        </a:spcBef>
        <a:buFont typeface="Arial" panose="020B0604020202020204" pitchFamily="34" charset="0"/>
        <a:buChar char="•"/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1pPr>
      <a:lvl2pPr marL="16198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2pPr>
      <a:lvl3pPr marL="32397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3pPr>
      <a:lvl4pPr marL="48595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4pPr>
      <a:lvl5pPr marL="647944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5pPr>
      <a:lvl6pPr marL="809930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6pPr>
      <a:lvl7pPr marL="971916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02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8pPr>
      <a:lvl9pPr marL="1295888" algn="l" defTabSz="323972" rtl="0" eaLnBrk="1" latinLnBrk="0" hangingPunct="1">
        <a:defRPr sz="6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D2AB38-F3B6-02B4-3457-BA0E2120984C}"/>
              </a:ext>
            </a:extLst>
          </p:cNvPr>
          <p:cNvSpPr>
            <a:spLocks noGrp="1"/>
          </p:cNvSpPr>
          <p:nvPr/>
        </p:nvSpPr>
        <p:spPr>
          <a:xfrm>
            <a:off x="112398" y="84841"/>
            <a:ext cx="3015292" cy="6834434"/>
          </a:xfrm>
          <a:prstGeom prst="roundRect">
            <a:avLst>
              <a:gd name="adj" fmla="val 12121"/>
            </a:avLst>
          </a:prstGeom>
          <a:solidFill>
            <a:srgbClr val="F0EEE2"/>
          </a:solidFill>
          <a:ln w="0">
            <a:solidFill>
              <a:schemeClr val="tx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92EF9E-76A3-ABB2-BD17-79ED34ACD213}"/>
              </a:ext>
            </a:extLst>
          </p:cNvPr>
          <p:cNvSpPr>
            <a:spLocks noGrp="1"/>
          </p:cNvSpPr>
          <p:nvPr/>
        </p:nvSpPr>
        <p:spPr>
          <a:xfrm>
            <a:off x="191294" y="1453495"/>
            <a:ext cx="2857500" cy="3429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50F18A-3BA6-576C-34D6-0577BFEEDCAF}"/>
              </a:ext>
            </a:extLst>
          </p:cNvPr>
          <p:cNvSpPr>
            <a:spLocks noGrp="1"/>
          </p:cNvSpPr>
          <p:nvPr/>
        </p:nvSpPr>
        <p:spPr>
          <a:xfrm>
            <a:off x="191294" y="2000397"/>
            <a:ext cx="2857500" cy="1571625"/>
          </a:xfrm>
          <a:prstGeom prst="roundRect">
            <a:avLst>
              <a:gd name="adj" fmla="val 8485"/>
            </a:avLst>
          </a:prstGeom>
          <a:solidFill>
            <a:srgbClr val="FFECB0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13A163-650F-2D90-C8DC-6B1B117DB65D}"/>
              </a:ext>
            </a:extLst>
          </p:cNvPr>
          <p:cNvSpPr>
            <a:spLocks noGrp="1"/>
          </p:cNvSpPr>
          <p:nvPr/>
        </p:nvSpPr>
        <p:spPr>
          <a:xfrm>
            <a:off x="191294" y="3887329"/>
            <a:ext cx="2857500" cy="1571625"/>
          </a:xfrm>
          <a:prstGeom prst="roundRect">
            <a:avLst>
              <a:gd name="adj" fmla="val 8485"/>
            </a:avLst>
          </a:prstGeom>
          <a:solidFill>
            <a:srgbClr val="FFECB0"/>
          </a:solidFill>
          <a:ln w="3175">
            <a:solidFill>
              <a:schemeClr val="tx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002EC69-7821-82D7-8A04-901A94091DC3}"/>
              </a:ext>
            </a:extLst>
          </p:cNvPr>
          <p:cNvSpPr/>
          <p:nvPr/>
        </p:nvSpPr>
        <p:spPr>
          <a:xfrm>
            <a:off x="191292" y="595269"/>
            <a:ext cx="2857499" cy="30303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D47D545-8028-5ABD-C3D5-87C20E91958B}"/>
              </a:ext>
            </a:extLst>
          </p:cNvPr>
          <p:cNvSpPr>
            <a:spLocks noGrp="1"/>
          </p:cNvSpPr>
          <p:nvPr/>
        </p:nvSpPr>
        <p:spPr>
          <a:xfrm>
            <a:off x="1253768" y="172779"/>
            <a:ext cx="666750" cy="171450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AE4D2E-F2F7-C51C-364B-3E3DE5DD699A}"/>
              </a:ext>
            </a:extLst>
          </p:cNvPr>
          <p:cNvSpPr>
            <a:spLocks noGrp="1"/>
          </p:cNvSpPr>
          <p:nvPr/>
        </p:nvSpPr>
        <p:spPr>
          <a:xfrm>
            <a:off x="309808" y="198063"/>
            <a:ext cx="704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22232B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22232B"/>
                </a:solidFill>
                <a:latin typeface="Arial"/>
                <a:ea typeface="Arial"/>
                <a:cs typeface="Arial"/>
              </a:rPr>
              <a:t>9:41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C8415E-8FEE-623A-1F10-F7687D546428}"/>
              </a:ext>
            </a:extLst>
          </p:cNvPr>
          <p:cNvSpPr>
            <a:spLocks noGrp="1"/>
          </p:cNvSpPr>
          <p:nvPr/>
        </p:nvSpPr>
        <p:spPr>
          <a:xfrm>
            <a:off x="2726408" y="182598"/>
            <a:ext cx="180975" cy="95250"/>
          </a:xfrm>
          <a:prstGeom prst="roundRect">
            <a:avLst>
              <a:gd name="adj" fmla="val 20000"/>
            </a:avLst>
          </a:prstGeom>
          <a:solidFill>
            <a:srgbClr val="22232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0" name="Graphic 29" descr="Signal with solid fill">
            <a:extLst>
              <a:ext uri="{FF2B5EF4-FFF2-40B4-BE49-F238E27FC236}">
                <a16:creationId xmlns:a16="http://schemas.microsoft.com/office/drawing/2014/main" id="{494F0E43-B532-4220-055F-DD855C935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71096" y="116610"/>
            <a:ext cx="188534" cy="188534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7FBE272-A285-5A80-A53D-6D04DE9D3C0B}"/>
              </a:ext>
            </a:extLst>
          </p:cNvPr>
          <p:cNvSpPr/>
          <p:nvPr/>
        </p:nvSpPr>
        <p:spPr>
          <a:xfrm>
            <a:off x="191291" y="6273138"/>
            <a:ext cx="2857499" cy="30303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01BE45-C471-738E-5C5D-383C75878DA8}"/>
              </a:ext>
            </a:extLst>
          </p:cNvPr>
          <p:cNvSpPr txBox="1"/>
          <p:nvPr/>
        </p:nvSpPr>
        <p:spPr>
          <a:xfrm>
            <a:off x="1099501" y="6221689"/>
            <a:ext cx="104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NEXT</a:t>
            </a:r>
            <a:endParaRPr lang="en-GB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456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6E308-DACC-511C-C86C-DF2926351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750788-2C7C-0041-1D16-AD2A66019CDE}"/>
              </a:ext>
            </a:extLst>
          </p:cNvPr>
          <p:cNvSpPr>
            <a:spLocks noGrp="1"/>
          </p:cNvSpPr>
          <p:nvPr/>
        </p:nvSpPr>
        <p:spPr>
          <a:xfrm>
            <a:off x="112398" y="84841"/>
            <a:ext cx="3015292" cy="6834434"/>
          </a:xfrm>
          <a:prstGeom prst="roundRect">
            <a:avLst>
              <a:gd name="adj" fmla="val 12121"/>
            </a:avLst>
          </a:prstGeom>
          <a:solidFill>
            <a:srgbClr val="F0EEE2"/>
          </a:solidFill>
          <a:ln w="0">
            <a:solidFill>
              <a:schemeClr val="tx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63BE36-A86F-AB7C-8C42-C4660942B3DD}"/>
              </a:ext>
            </a:extLst>
          </p:cNvPr>
          <p:cNvSpPr>
            <a:spLocks noGrp="1"/>
          </p:cNvSpPr>
          <p:nvPr/>
        </p:nvSpPr>
        <p:spPr>
          <a:xfrm>
            <a:off x="191294" y="1453495"/>
            <a:ext cx="2857500" cy="3429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910D5F-56A6-1146-709A-55E44DDE320B}"/>
              </a:ext>
            </a:extLst>
          </p:cNvPr>
          <p:cNvSpPr>
            <a:spLocks noGrp="1"/>
          </p:cNvSpPr>
          <p:nvPr/>
        </p:nvSpPr>
        <p:spPr>
          <a:xfrm>
            <a:off x="191294" y="2000397"/>
            <a:ext cx="2857500" cy="1571625"/>
          </a:xfrm>
          <a:prstGeom prst="roundRect">
            <a:avLst>
              <a:gd name="adj" fmla="val 8485"/>
            </a:avLst>
          </a:prstGeom>
          <a:solidFill>
            <a:srgbClr val="FFECB0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887254-F605-4CA6-8280-80B0D0B9A7EC}"/>
              </a:ext>
            </a:extLst>
          </p:cNvPr>
          <p:cNvSpPr>
            <a:spLocks noGrp="1"/>
          </p:cNvSpPr>
          <p:nvPr/>
        </p:nvSpPr>
        <p:spPr>
          <a:xfrm>
            <a:off x="191294" y="3887329"/>
            <a:ext cx="2857500" cy="1571625"/>
          </a:xfrm>
          <a:prstGeom prst="roundRect">
            <a:avLst>
              <a:gd name="adj" fmla="val 8485"/>
            </a:avLst>
          </a:prstGeom>
          <a:solidFill>
            <a:srgbClr val="FFECB0"/>
          </a:solidFill>
          <a:ln w="3175">
            <a:solidFill>
              <a:schemeClr val="tx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4EEAF13-3AC8-9478-F1AF-08FA91B7AFF2}"/>
              </a:ext>
            </a:extLst>
          </p:cNvPr>
          <p:cNvSpPr/>
          <p:nvPr/>
        </p:nvSpPr>
        <p:spPr>
          <a:xfrm>
            <a:off x="191292" y="595269"/>
            <a:ext cx="2857499" cy="30303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BD09C0B-95E6-5C42-8918-22D0B62BFD14}"/>
              </a:ext>
            </a:extLst>
          </p:cNvPr>
          <p:cNvSpPr>
            <a:spLocks noGrp="1"/>
          </p:cNvSpPr>
          <p:nvPr/>
        </p:nvSpPr>
        <p:spPr>
          <a:xfrm>
            <a:off x="1253768" y="172779"/>
            <a:ext cx="666750" cy="171450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5FB0AE-4125-9682-68EC-A93DCD1700B0}"/>
              </a:ext>
            </a:extLst>
          </p:cNvPr>
          <p:cNvSpPr>
            <a:spLocks noGrp="1"/>
          </p:cNvSpPr>
          <p:nvPr/>
        </p:nvSpPr>
        <p:spPr>
          <a:xfrm>
            <a:off x="309808" y="198063"/>
            <a:ext cx="704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22232B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22232B"/>
                </a:solidFill>
                <a:latin typeface="Arial"/>
                <a:ea typeface="Arial"/>
                <a:cs typeface="Arial"/>
              </a:rPr>
              <a:t>9:41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32C8AE0-8CFC-142A-33FD-8E15B52AD559}"/>
              </a:ext>
            </a:extLst>
          </p:cNvPr>
          <p:cNvSpPr>
            <a:spLocks noGrp="1"/>
          </p:cNvSpPr>
          <p:nvPr/>
        </p:nvSpPr>
        <p:spPr>
          <a:xfrm>
            <a:off x="2726408" y="182598"/>
            <a:ext cx="180975" cy="95250"/>
          </a:xfrm>
          <a:prstGeom prst="roundRect">
            <a:avLst>
              <a:gd name="adj" fmla="val 20000"/>
            </a:avLst>
          </a:prstGeom>
          <a:solidFill>
            <a:srgbClr val="22232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0" name="Graphic 29" descr="Signal with solid fill">
            <a:extLst>
              <a:ext uri="{FF2B5EF4-FFF2-40B4-BE49-F238E27FC236}">
                <a16:creationId xmlns:a16="http://schemas.microsoft.com/office/drawing/2014/main" id="{4387AF25-8BCC-7A46-0840-84CC1E7F24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1096" y="116610"/>
            <a:ext cx="188534" cy="188534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B6B916A-F79E-0D4D-F5F3-ADF91505D907}"/>
              </a:ext>
            </a:extLst>
          </p:cNvPr>
          <p:cNvSpPr/>
          <p:nvPr/>
        </p:nvSpPr>
        <p:spPr>
          <a:xfrm>
            <a:off x="1383845" y="6273138"/>
            <a:ext cx="1664945" cy="30303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4EBD96-FA3A-6DB4-78D0-8449E301783E}"/>
              </a:ext>
            </a:extLst>
          </p:cNvPr>
          <p:cNvSpPr txBox="1"/>
          <p:nvPr/>
        </p:nvSpPr>
        <p:spPr>
          <a:xfrm>
            <a:off x="1656548" y="6253219"/>
            <a:ext cx="104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NEXT</a:t>
            </a:r>
            <a:endParaRPr lang="en-GB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155A63-6CF1-5B76-8BFC-3B1B0D93F980}"/>
              </a:ext>
            </a:extLst>
          </p:cNvPr>
          <p:cNvSpPr/>
          <p:nvPr/>
        </p:nvSpPr>
        <p:spPr>
          <a:xfrm>
            <a:off x="263784" y="6264797"/>
            <a:ext cx="1040385" cy="30303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B1A9D7-FF37-606C-1827-1B0EB93EE7CA}"/>
              </a:ext>
            </a:extLst>
          </p:cNvPr>
          <p:cNvSpPr txBox="1"/>
          <p:nvPr/>
        </p:nvSpPr>
        <p:spPr>
          <a:xfrm>
            <a:off x="274441" y="6237452"/>
            <a:ext cx="1040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BACK</a:t>
            </a:r>
            <a:endParaRPr lang="en-GB" sz="1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048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679D-F3AE-4CD9-E85F-795F3071F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8FCD84-3338-29F5-DAF5-9DBBD67FAFC0}"/>
              </a:ext>
            </a:extLst>
          </p:cNvPr>
          <p:cNvSpPr>
            <a:spLocks noGrp="1"/>
          </p:cNvSpPr>
          <p:nvPr/>
        </p:nvSpPr>
        <p:spPr>
          <a:xfrm>
            <a:off x="112398" y="84841"/>
            <a:ext cx="3015292" cy="683443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0">
            <a:solidFill>
              <a:schemeClr val="tx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B35124B-BA00-B3E0-FF03-1192EA7FA66E}"/>
              </a:ext>
            </a:extLst>
          </p:cNvPr>
          <p:cNvSpPr/>
          <p:nvPr/>
        </p:nvSpPr>
        <p:spPr>
          <a:xfrm>
            <a:off x="191292" y="595269"/>
            <a:ext cx="2857499" cy="3030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DAFC195-27E6-D18D-F6E7-970797C89ED4}"/>
              </a:ext>
            </a:extLst>
          </p:cNvPr>
          <p:cNvSpPr>
            <a:spLocks noGrp="1"/>
          </p:cNvSpPr>
          <p:nvPr/>
        </p:nvSpPr>
        <p:spPr>
          <a:xfrm>
            <a:off x="1253768" y="172779"/>
            <a:ext cx="666750" cy="1714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0B4202-EFA6-1A44-2231-3CBE370C12C7}"/>
              </a:ext>
            </a:extLst>
          </p:cNvPr>
          <p:cNvSpPr>
            <a:spLocks noGrp="1"/>
          </p:cNvSpPr>
          <p:nvPr/>
        </p:nvSpPr>
        <p:spPr>
          <a:xfrm>
            <a:off x="309808" y="198063"/>
            <a:ext cx="704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22232B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ln>
                  <a:solidFill>
                    <a:schemeClr val="bg1"/>
                  </a:solidFill>
                </a:ln>
                <a:solidFill>
                  <a:srgbClr val="22232B"/>
                </a:solidFill>
                <a:latin typeface="Arial"/>
                <a:ea typeface="Arial"/>
                <a:cs typeface="Arial"/>
              </a:rPr>
              <a:t>9:41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C342CCA-077B-E435-8A92-5CAA818BE6C5}"/>
              </a:ext>
            </a:extLst>
          </p:cNvPr>
          <p:cNvSpPr>
            <a:spLocks noGrp="1"/>
          </p:cNvSpPr>
          <p:nvPr/>
        </p:nvSpPr>
        <p:spPr>
          <a:xfrm>
            <a:off x="2726408" y="182598"/>
            <a:ext cx="180975" cy="9525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0" name="Graphic 29" descr="Signal with solid fill">
            <a:extLst>
              <a:ext uri="{FF2B5EF4-FFF2-40B4-BE49-F238E27FC236}">
                <a16:creationId xmlns:a16="http://schemas.microsoft.com/office/drawing/2014/main" id="{4EEA01BC-5AAD-D2EB-8F4B-DB0C7A8EE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1096" y="116610"/>
            <a:ext cx="188534" cy="188534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AEC2D65-1EF9-B7E3-A0C0-DB8400158F52}"/>
              </a:ext>
            </a:extLst>
          </p:cNvPr>
          <p:cNvSpPr/>
          <p:nvPr/>
        </p:nvSpPr>
        <p:spPr>
          <a:xfrm>
            <a:off x="1383845" y="6273138"/>
            <a:ext cx="1664945" cy="3030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91081B-0D5B-D917-D38B-56C843EE2CB8}"/>
              </a:ext>
            </a:extLst>
          </p:cNvPr>
          <p:cNvSpPr txBox="1"/>
          <p:nvPr/>
        </p:nvSpPr>
        <p:spPr>
          <a:xfrm>
            <a:off x="1656548" y="6253219"/>
            <a:ext cx="104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NEXT</a:t>
            </a:r>
            <a:endParaRPr lang="en-GB" b="1" dirty="0">
              <a:latin typeface="Century Gothic" panose="020B0502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5EC115-76AB-0D40-7A29-BE8A4F9CFFE8}"/>
              </a:ext>
            </a:extLst>
          </p:cNvPr>
          <p:cNvSpPr/>
          <p:nvPr/>
        </p:nvSpPr>
        <p:spPr>
          <a:xfrm>
            <a:off x="263784" y="6264797"/>
            <a:ext cx="1040385" cy="30303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C3EA6B-8C83-73A7-332F-741DBA2AF3AA}"/>
              </a:ext>
            </a:extLst>
          </p:cNvPr>
          <p:cNvSpPr txBox="1"/>
          <p:nvPr/>
        </p:nvSpPr>
        <p:spPr>
          <a:xfrm>
            <a:off x="274441" y="6237452"/>
            <a:ext cx="1040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BACK</a:t>
            </a:r>
            <a:endParaRPr lang="en-GB" sz="1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6FCF85-E533-8F2A-C8BA-2EA26C67A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48362" y="354516"/>
            <a:ext cx="3240088" cy="598323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36CE90-4E07-2EB9-346B-B4A9C989B49C}"/>
              </a:ext>
            </a:extLst>
          </p:cNvPr>
          <p:cNvSpPr>
            <a:spLocks noGrp="1"/>
          </p:cNvSpPr>
          <p:nvPr/>
        </p:nvSpPr>
        <p:spPr>
          <a:xfrm>
            <a:off x="191290" y="2162513"/>
            <a:ext cx="2857500" cy="2104687"/>
          </a:xfrm>
          <a:prstGeom prst="roundRect">
            <a:avLst>
              <a:gd name="adj" fmla="val 5091"/>
            </a:avLst>
          </a:prstGeom>
          <a:solidFill>
            <a:srgbClr val="FFCB49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E7E44A-744C-0223-0AB4-3AB4BCD208D4}"/>
              </a:ext>
            </a:extLst>
          </p:cNvPr>
          <p:cNvSpPr/>
          <p:nvPr/>
        </p:nvSpPr>
        <p:spPr>
          <a:xfrm>
            <a:off x="191290" y="1215725"/>
            <a:ext cx="2857499" cy="8055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FA4F24E-ADBE-7967-4AF9-C611C09B9C18}"/>
              </a:ext>
            </a:extLst>
          </p:cNvPr>
          <p:cNvSpPr/>
          <p:nvPr/>
        </p:nvSpPr>
        <p:spPr>
          <a:xfrm>
            <a:off x="308618" y="2477572"/>
            <a:ext cx="1279896" cy="3030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7202781-94B0-8623-7364-DEA97380CE07}"/>
              </a:ext>
            </a:extLst>
          </p:cNvPr>
          <p:cNvSpPr/>
          <p:nvPr/>
        </p:nvSpPr>
        <p:spPr>
          <a:xfrm>
            <a:off x="303568" y="2903500"/>
            <a:ext cx="2632942" cy="121292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1494766-D70F-F951-C13E-977DB541A874}"/>
              </a:ext>
            </a:extLst>
          </p:cNvPr>
          <p:cNvSpPr/>
          <p:nvPr/>
        </p:nvSpPr>
        <p:spPr>
          <a:xfrm>
            <a:off x="1673449" y="2486145"/>
            <a:ext cx="1279896" cy="3030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AEEBE30-69AD-1C77-71B5-979234BE1689}"/>
              </a:ext>
            </a:extLst>
          </p:cNvPr>
          <p:cNvSpPr/>
          <p:nvPr/>
        </p:nvSpPr>
        <p:spPr>
          <a:xfrm>
            <a:off x="191290" y="4605401"/>
            <a:ext cx="2857499" cy="8055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459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72622-7632-04A9-2B47-D87EA6272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978972-0EC0-2691-F6AC-092B2698B435}"/>
              </a:ext>
            </a:extLst>
          </p:cNvPr>
          <p:cNvSpPr>
            <a:spLocks noGrp="1"/>
          </p:cNvSpPr>
          <p:nvPr/>
        </p:nvSpPr>
        <p:spPr>
          <a:xfrm>
            <a:off x="112398" y="84841"/>
            <a:ext cx="3015292" cy="6834434"/>
          </a:xfrm>
          <a:prstGeom prst="roundRect">
            <a:avLst>
              <a:gd name="adj" fmla="val 12121"/>
            </a:avLst>
          </a:prstGeom>
          <a:solidFill>
            <a:srgbClr val="F0EEE2"/>
          </a:solidFill>
          <a:ln w="0">
            <a:solidFill>
              <a:schemeClr val="tx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F44169-6D14-1AB0-FEDA-46250AE899B1}"/>
              </a:ext>
            </a:extLst>
          </p:cNvPr>
          <p:cNvSpPr>
            <a:spLocks noGrp="1"/>
          </p:cNvSpPr>
          <p:nvPr/>
        </p:nvSpPr>
        <p:spPr>
          <a:xfrm>
            <a:off x="158393" y="1221797"/>
            <a:ext cx="2857500" cy="3097955"/>
          </a:xfrm>
          <a:prstGeom prst="roundRect">
            <a:avLst>
              <a:gd name="adj" fmla="val 8485"/>
            </a:avLst>
          </a:prstGeom>
          <a:solidFill>
            <a:srgbClr val="FFECB0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6D360EA-C9F7-256A-C402-08840F1DDC96}"/>
              </a:ext>
            </a:extLst>
          </p:cNvPr>
          <p:cNvSpPr>
            <a:spLocks noGrp="1"/>
          </p:cNvSpPr>
          <p:nvPr/>
        </p:nvSpPr>
        <p:spPr>
          <a:xfrm>
            <a:off x="191294" y="4466897"/>
            <a:ext cx="2857500" cy="992057"/>
          </a:xfrm>
          <a:prstGeom prst="roundRect">
            <a:avLst>
              <a:gd name="adj" fmla="val 8485"/>
            </a:avLst>
          </a:prstGeom>
          <a:solidFill>
            <a:srgbClr val="FFECB0"/>
          </a:solidFill>
          <a:ln w="3175">
            <a:solidFill>
              <a:schemeClr val="tx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31D250-F325-60DF-F80D-AA2C0741843F}"/>
              </a:ext>
            </a:extLst>
          </p:cNvPr>
          <p:cNvSpPr/>
          <p:nvPr/>
        </p:nvSpPr>
        <p:spPr>
          <a:xfrm>
            <a:off x="191292" y="595269"/>
            <a:ext cx="2857499" cy="30303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1341F8E-ADB9-0DE3-BF2A-4413D4135BA0}"/>
              </a:ext>
            </a:extLst>
          </p:cNvPr>
          <p:cNvSpPr>
            <a:spLocks noGrp="1"/>
          </p:cNvSpPr>
          <p:nvPr/>
        </p:nvSpPr>
        <p:spPr>
          <a:xfrm>
            <a:off x="1253768" y="172779"/>
            <a:ext cx="666750" cy="171450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888461-F8B9-79EE-B259-79E5FE9B8208}"/>
              </a:ext>
            </a:extLst>
          </p:cNvPr>
          <p:cNvSpPr>
            <a:spLocks noGrp="1"/>
          </p:cNvSpPr>
          <p:nvPr/>
        </p:nvSpPr>
        <p:spPr>
          <a:xfrm>
            <a:off x="309808" y="198063"/>
            <a:ext cx="704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22232B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22232B"/>
                </a:solidFill>
                <a:latin typeface="Arial"/>
                <a:ea typeface="Arial"/>
                <a:cs typeface="Arial"/>
              </a:rPr>
              <a:t>9:41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F17DA62-E8F3-D88C-F15D-D9521DBCAEDF}"/>
              </a:ext>
            </a:extLst>
          </p:cNvPr>
          <p:cNvSpPr>
            <a:spLocks noGrp="1"/>
          </p:cNvSpPr>
          <p:nvPr/>
        </p:nvSpPr>
        <p:spPr>
          <a:xfrm>
            <a:off x="2726408" y="182598"/>
            <a:ext cx="180975" cy="95250"/>
          </a:xfrm>
          <a:prstGeom prst="roundRect">
            <a:avLst>
              <a:gd name="adj" fmla="val 20000"/>
            </a:avLst>
          </a:prstGeom>
          <a:solidFill>
            <a:srgbClr val="22232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0" name="Graphic 29" descr="Signal with solid fill">
            <a:extLst>
              <a:ext uri="{FF2B5EF4-FFF2-40B4-BE49-F238E27FC236}">
                <a16:creationId xmlns:a16="http://schemas.microsoft.com/office/drawing/2014/main" id="{2CC45532-365D-4E5D-4F35-43D4BF97AC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1096" y="116610"/>
            <a:ext cx="188534" cy="188534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1406048-2E07-FDCD-CA08-174E0527433B}"/>
              </a:ext>
            </a:extLst>
          </p:cNvPr>
          <p:cNvSpPr/>
          <p:nvPr/>
        </p:nvSpPr>
        <p:spPr>
          <a:xfrm>
            <a:off x="1383845" y="6273138"/>
            <a:ext cx="1664945" cy="30303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8A1921-C2AF-DE24-C7EE-1B8171DF0967}"/>
              </a:ext>
            </a:extLst>
          </p:cNvPr>
          <p:cNvSpPr txBox="1"/>
          <p:nvPr/>
        </p:nvSpPr>
        <p:spPr>
          <a:xfrm>
            <a:off x="1656548" y="6253219"/>
            <a:ext cx="104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SUBMIT</a:t>
            </a:r>
            <a:endParaRPr lang="en-GB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EBA2AD-85FD-ACB6-DB48-F0B63912A40C}"/>
              </a:ext>
            </a:extLst>
          </p:cNvPr>
          <p:cNvSpPr/>
          <p:nvPr/>
        </p:nvSpPr>
        <p:spPr>
          <a:xfrm>
            <a:off x="263784" y="6264797"/>
            <a:ext cx="1040385" cy="30303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1C270-DA74-8802-F130-C75197B60C32}"/>
              </a:ext>
            </a:extLst>
          </p:cNvPr>
          <p:cNvSpPr txBox="1"/>
          <p:nvPr/>
        </p:nvSpPr>
        <p:spPr>
          <a:xfrm>
            <a:off x="274441" y="6237452"/>
            <a:ext cx="1040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BACK</a:t>
            </a:r>
            <a:endParaRPr lang="en-GB" sz="1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780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88052-5612-431E-03F6-76A20FD49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06E261-F0C1-4BAF-999A-B14D5E6BE919}"/>
              </a:ext>
            </a:extLst>
          </p:cNvPr>
          <p:cNvSpPr>
            <a:spLocks noGrp="1"/>
          </p:cNvSpPr>
          <p:nvPr/>
        </p:nvSpPr>
        <p:spPr>
          <a:xfrm>
            <a:off x="112398" y="84841"/>
            <a:ext cx="3015292" cy="6834434"/>
          </a:xfrm>
          <a:prstGeom prst="roundRect">
            <a:avLst>
              <a:gd name="adj" fmla="val 12121"/>
            </a:avLst>
          </a:prstGeom>
          <a:solidFill>
            <a:srgbClr val="F0EEE2"/>
          </a:solidFill>
          <a:ln w="0">
            <a:solidFill>
              <a:schemeClr val="tx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E761F0-8FB1-34A8-CE05-F5DA4DF2CB3E}"/>
              </a:ext>
            </a:extLst>
          </p:cNvPr>
          <p:cNvSpPr>
            <a:spLocks noGrp="1"/>
          </p:cNvSpPr>
          <p:nvPr/>
        </p:nvSpPr>
        <p:spPr>
          <a:xfrm>
            <a:off x="191292" y="2720161"/>
            <a:ext cx="2857500" cy="2087510"/>
          </a:xfrm>
          <a:prstGeom prst="roundRect">
            <a:avLst>
              <a:gd name="adj" fmla="val 8485"/>
            </a:avLst>
          </a:prstGeom>
          <a:solidFill>
            <a:srgbClr val="FFECB0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42E984-8407-B756-38D8-52CA1968B59F}"/>
              </a:ext>
            </a:extLst>
          </p:cNvPr>
          <p:cNvSpPr>
            <a:spLocks noGrp="1"/>
          </p:cNvSpPr>
          <p:nvPr/>
        </p:nvSpPr>
        <p:spPr>
          <a:xfrm>
            <a:off x="191292" y="6121620"/>
            <a:ext cx="2857500" cy="303036"/>
          </a:xfrm>
          <a:prstGeom prst="roundRect">
            <a:avLst>
              <a:gd name="adj" fmla="val 8485"/>
            </a:avLst>
          </a:prstGeom>
          <a:solidFill>
            <a:schemeClr val="tx1"/>
          </a:solidFill>
          <a:ln w="3175">
            <a:solidFill>
              <a:schemeClr val="tx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C9DD4B-8AF6-3E44-A542-2CEE18CF89E1}"/>
              </a:ext>
            </a:extLst>
          </p:cNvPr>
          <p:cNvSpPr/>
          <p:nvPr/>
        </p:nvSpPr>
        <p:spPr>
          <a:xfrm>
            <a:off x="191292" y="595269"/>
            <a:ext cx="2857499" cy="30303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B3DB5ED-413B-EAC9-B11B-552A39A1A4F0}"/>
              </a:ext>
            </a:extLst>
          </p:cNvPr>
          <p:cNvSpPr>
            <a:spLocks noGrp="1"/>
          </p:cNvSpPr>
          <p:nvPr/>
        </p:nvSpPr>
        <p:spPr>
          <a:xfrm>
            <a:off x="1253768" y="172779"/>
            <a:ext cx="666750" cy="171450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D49397-A483-72E0-5024-C5ECEEACCFA7}"/>
              </a:ext>
            </a:extLst>
          </p:cNvPr>
          <p:cNvSpPr>
            <a:spLocks noGrp="1"/>
          </p:cNvSpPr>
          <p:nvPr/>
        </p:nvSpPr>
        <p:spPr>
          <a:xfrm>
            <a:off x="309808" y="198063"/>
            <a:ext cx="704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22232B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22232B"/>
                </a:solidFill>
                <a:latin typeface="Arial"/>
                <a:ea typeface="Arial"/>
                <a:cs typeface="Arial"/>
              </a:rPr>
              <a:t>9:41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9C309B2-47FB-6A58-F967-DFE75EBF8468}"/>
              </a:ext>
            </a:extLst>
          </p:cNvPr>
          <p:cNvSpPr>
            <a:spLocks noGrp="1"/>
          </p:cNvSpPr>
          <p:nvPr/>
        </p:nvSpPr>
        <p:spPr>
          <a:xfrm>
            <a:off x="2726408" y="182598"/>
            <a:ext cx="180975" cy="95250"/>
          </a:xfrm>
          <a:prstGeom prst="roundRect">
            <a:avLst>
              <a:gd name="adj" fmla="val 20000"/>
            </a:avLst>
          </a:prstGeom>
          <a:solidFill>
            <a:srgbClr val="22232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0" name="Graphic 29" descr="Signal with solid fill">
            <a:extLst>
              <a:ext uri="{FF2B5EF4-FFF2-40B4-BE49-F238E27FC236}">
                <a16:creationId xmlns:a16="http://schemas.microsoft.com/office/drawing/2014/main" id="{CF932242-55F0-5772-BE0B-47453F808F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1096" y="116610"/>
            <a:ext cx="188534" cy="18853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D81E55F-9F64-51F1-63F9-4B930CB82416}"/>
              </a:ext>
            </a:extLst>
          </p:cNvPr>
          <p:cNvSpPr/>
          <p:nvPr/>
        </p:nvSpPr>
        <p:spPr>
          <a:xfrm>
            <a:off x="1105739" y="1197203"/>
            <a:ext cx="962808" cy="92194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016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16</Words>
  <Application>Microsoft Office PowerPoint</Application>
  <PresentationFormat>Custom</PresentationFormat>
  <Paragraphs>16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Mahmood Shahbaz</dc:creator>
  <cp:lastModifiedBy>Mahmood Shahbaz</cp:lastModifiedBy>
  <cp:revision>3</cp:revision>
  <dcterms:created xsi:type="dcterms:W3CDTF">2026-10-08T12:47:33Z</dcterms:created>
  <dcterms:modified xsi:type="dcterms:W3CDTF">2026-10-08T13:53:47Z</dcterms:modified>
</cp:coreProperties>
</file>